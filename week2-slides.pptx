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지난주에는 무엇을 쓸지 정했습니다. 오늘은 그중 확인된 재료로만 글을 쓰고, 사람이 읽기 좋은 문장으로 다듬겠습니다.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완성하는 원고는 공개 게시본이 아니라 검토를 요청할 원고라는 점을 분명히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못 받은 수강생은 확인된 범위로 글을 좁히거나 공통 교육 자료로 진행한다고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기획서 항목 옆에 세 상태 중 하나를 표시하게 합니다. 확인 대기 항목은 AI에게 채우게 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문장을 완성하게 하고, 순회하며 근거의 출처를 묻습니다.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사람이 쓴 것 같은 글의 조건 세 가지를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오른쪽을 한 줄씩 짝지어 읽어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고치기 전 문장만 보여 주고 무엇이 문제인지 묻습니다.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안심 문장이 중요한 정보를 빠뜨리는 문장이 될 수 있음을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나머지 다섯 사례는 교재 2-3과 보조 슬라이드에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단은 확인할 내용의 순서이며 형식이 아니라는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칸에 한 줄씩만 적게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1~3단계는 지금, 4단계는 휴식 후, 5단계는 마지막에 진행한다고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1주차에 쓴 /extract와 같은 방식이라는 점을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의학적 사실 칸은 실제 문장 대신 괄호 설명으로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근거가 없는 절을 AI가 채우지 않게 하는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지켜야 할 것 여섯 줄을 하나씩 짚고 실행합니다.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 칩이 없는 문장을 모두 표시하게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휴식 중 근거 없이 추가된 설명, 홍보문으로 바뀐 원고를 1~2개 골라 익명으로 다룰 준비를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문단을 먼저 읽게 하고 고칠 곳을 찾게 한 뒤 번호를 하나씩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독자의 상황, 글이 주는 도움, 병원마다 다른 부분의 안내가 들어갔음을 짚습니다.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뜻, 이유, 정식 명칭 순서로 하나의 용어를 함께 풀어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/simplifytext가 주 작업이고 /eli5는 이해가 막힐 때만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열을 가리고 시작한 뒤 한 행씩 공개합니다.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오른쪽 두 원고 모양을 비교하며 왜 같은 크기로 써야 하는지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숏컷은 필요할 때만 쓰고, 기본은 4단계 지시문입니다.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문장 모두 의미 유지 여부를 스스로 표시하게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조건형 제목을 쓰려면 본문도 그 상황을 실제로 다뤄야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후보 다섯 개 중 세 개를 골라 워크북 제목 후보 칸에 적게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비평은 참고이며 채택 여부는 사람이 판단합니다.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 첫 문단과 핵심 설명 한 부분을 소리 내어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13번 슬라이드의 다섯 단계와 같은 모양으로 연결해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구체적인 요청은 절 번호, 확인 내용, 확인 기준이 들어 있다는 점을 짚습니다.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영역을 함께 읽고 각자 체크하게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 문장을 읽고 다음 주 예고로 끝냅니다.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중 참고 화면으로 띄워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쓰지 않을 방식의 결과를 한 번 보여 주면 원칙이 오래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본편 8~10장과 같은 비교 방식으로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 없이 문항만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틀린 문항은 괄호 안의 절을 다시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번호가 교재와 같다는 점을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 · AI 초안을 사람의 글로 바꾸기</dc:title>
  <dc:subject/>
  <dc:creator>오한중 · CREATUP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